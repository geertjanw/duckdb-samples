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172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172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172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172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jpe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/>
          <p:nvPr/>
        </p:nvSpPr>
        <p:spPr>
          <a:xfrm>
            <a:off x="0" y="0"/>
            <a:ext cx="12191760" cy="6858000"/>
          </a:xfrm>
          <a:custGeom>
            <a:avLst/>
            <a:gdLst/>
            <a:ahLst/>
            <a:rect l="0" t="0" r="r" b="b"/>
            <a:pathLst>
              <a:path w="33866" h="19050">
                <a:moveTo>
                  <a:pt x="0" y="0"/>
                </a:moveTo>
                <a:lnTo>
                  <a:pt x="33866" y="0"/>
                </a:lnTo>
                <a:lnTo>
                  <a:pt x="33866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0" y="0"/>
            <a:ext cx="12191760" cy="6858000"/>
          </a:xfrm>
          <a:custGeom>
            <a:avLst/>
            <a:gdLst/>
            <a:ahLst/>
            <a:rect l="0" t="0" r="r" b="b"/>
            <a:pathLst>
              <a:path w="33866" h="19050">
                <a:moveTo>
                  <a:pt x="0" y="0"/>
                </a:moveTo>
                <a:lnTo>
                  <a:pt x="33866" y="0"/>
                </a:lnTo>
                <a:lnTo>
                  <a:pt x="33866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8" name=""/>
          <p:cNvPicPr/>
          <p:nvPr/>
        </p:nvPicPr>
        <p:blipFill>
          <a:blip r:embed="rId1"/>
          <a:stretch/>
        </p:blipFill>
        <p:spPr>
          <a:xfrm>
            <a:off x="0" y="-360"/>
            <a:ext cx="12191040" cy="6857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/>
          <p:nvPr/>
        </p:nvSpPr>
        <p:spPr>
          <a:xfrm>
            <a:off x="0" y="0"/>
            <a:ext cx="12191760" cy="6858000"/>
          </a:xfrm>
          <a:custGeom>
            <a:avLst/>
            <a:gdLst/>
            <a:ahLst/>
            <a:rect l="0" t="0" r="r" b="b"/>
            <a:pathLst>
              <a:path w="33866" h="19050">
                <a:moveTo>
                  <a:pt x="0" y="0"/>
                </a:moveTo>
                <a:lnTo>
                  <a:pt x="33866" y="0"/>
                </a:lnTo>
                <a:lnTo>
                  <a:pt x="33866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/>
          <p:nvPr/>
        </p:nvSpPr>
        <p:spPr>
          <a:xfrm>
            <a:off x="0" y="0"/>
            <a:ext cx="12191760" cy="6858000"/>
          </a:xfrm>
          <a:custGeom>
            <a:avLst/>
            <a:gdLst/>
            <a:ahLst/>
            <a:rect l="0" t="0" r="r" b="b"/>
            <a:pathLst>
              <a:path w="33866" h="19050">
                <a:moveTo>
                  <a:pt x="0" y="0"/>
                </a:moveTo>
                <a:lnTo>
                  <a:pt x="33866" y="0"/>
                </a:lnTo>
                <a:lnTo>
                  <a:pt x="33866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1" name=""/>
          <p:cNvPicPr/>
          <p:nvPr/>
        </p:nvPicPr>
        <p:blipFill>
          <a:blip r:embed="rId1"/>
          <a:stretch/>
        </p:blipFill>
        <p:spPr>
          <a:xfrm>
            <a:off x="0" y="-360"/>
            <a:ext cx="12191040" cy="6857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"/>
          <p:cNvSpPr/>
          <p:nvPr/>
        </p:nvSpPr>
        <p:spPr>
          <a:xfrm>
            <a:off x="0" y="0"/>
            <a:ext cx="12191760" cy="6858000"/>
          </a:xfrm>
          <a:custGeom>
            <a:avLst/>
            <a:gdLst/>
            <a:ahLst/>
            <a:rect l="0" t="0" r="r" b="b"/>
            <a:pathLst>
              <a:path w="33866" h="19050">
                <a:moveTo>
                  <a:pt x="0" y="0"/>
                </a:moveTo>
                <a:lnTo>
                  <a:pt x="33866" y="0"/>
                </a:lnTo>
                <a:lnTo>
                  <a:pt x="33866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/>
          <p:nvPr/>
        </p:nvSpPr>
        <p:spPr>
          <a:xfrm>
            <a:off x="0" y="0"/>
            <a:ext cx="12191760" cy="6858000"/>
          </a:xfrm>
          <a:custGeom>
            <a:avLst/>
            <a:gdLst/>
            <a:ahLst/>
            <a:rect l="0" t="0" r="r" b="b"/>
            <a:pathLst>
              <a:path w="33866" h="19050">
                <a:moveTo>
                  <a:pt x="0" y="0"/>
                </a:moveTo>
                <a:lnTo>
                  <a:pt x="33866" y="0"/>
                </a:lnTo>
                <a:lnTo>
                  <a:pt x="33866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4" name=""/>
          <p:cNvPicPr/>
          <p:nvPr/>
        </p:nvPicPr>
        <p:blipFill>
          <a:blip r:embed="rId1"/>
          <a:stretch/>
        </p:blipFill>
        <p:spPr>
          <a:xfrm>
            <a:off x="0" y="-360"/>
            <a:ext cx="12191040" cy="6857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"/>
          <p:cNvSpPr/>
          <p:nvPr/>
        </p:nvSpPr>
        <p:spPr>
          <a:xfrm>
            <a:off x="0" y="0"/>
            <a:ext cx="12191760" cy="6858000"/>
          </a:xfrm>
          <a:custGeom>
            <a:avLst/>
            <a:gdLst/>
            <a:ahLst/>
            <a:rect l="0" t="0" r="r" b="b"/>
            <a:pathLst>
              <a:path w="33866" h="19050">
                <a:moveTo>
                  <a:pt x="0" y="0"/>
                </a:moveTo>
                <a:lnTo>
                  <a:pt x="33866" y="0"/>
                </a:lnTo>
                <a:lnTo>
                  <a:pt x="33866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"/>
          <p:cNvSpPr/>
          <p:nvPr/>
        </p:nvSpPr>
        <p:spPr>
          <a:xfrm>
            <a:off x="0" y="0"/>
            <a:ext cx="12191760" cy="6858000"/>
          </a:xfrm>
          <a:custGeom>
            <a:avLst/>
            <a:gdLst/>
            <a:ahLst/>
            <a:rect l="0" t="0" r="r" b="b"/>
            <a:pathLst>
              <a:path w="33866" h="19050">
                <a:moveTo>
                  <a:pt x="0" y="0"/>
                </a:moveTo>
                <a:lnTo>
                  <a:pt x="33866" y="0"/>
                </a:lnTo>
                <a:lnTo>
                  <a:pt x="33866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7" name=""/>
          <p:cNvPicPr/>
          <p:nvPr/>
        </p:nvPicPr>
        <p:blipFill>
          <a:blip r:embed="rId1"/>
          <a:stretch/>
        </p:blipFill>
        <p:spPr>
          <a:xfrm>
            <a:off x="0" y="-360"/>
            <a:ext cx="12191040" cy="6857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"/>
          <p:cNvSpPr/>
          <p:nvPr/>
        </p:nvSpPr>
        <p:spPr>
          <a:xfrm>
            <a:off x="0" y="0"/>
            <a:ext cx="12191760" cy="6858000"/>
          </a:xfrm>
          <a:custGeom>
            <a:avLst/>
            <a:gdLst/>
            <a:ahLst/>
            <a:rect l="0" t="0" r="r" b="b"/>
            <a:pathLst>
              <a:path w="33866" h="19050">
                <a:moveTo>
                  <a:pt x="0" y="0"/>
                </a:moveTo>
                <a:lnTo>
                  <a:pt x="33866" y="0"/>
                </a:lnTo>
                <a:lnTo>
                  <a:pt x="33866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"/>
          <p:cNvSpPr/>
          <p:nvPr/>
        </p:nvSpPr>
        <p:spPr>
          <a:xfrm>
            <a:off x="0" y="0"/>
            <a:ext cx="12191760" cy="6858000"/>
          </a:xfrm>
          <a:custGeom>
            <a:avLst/>
            <a:gdLst/>
            <a:ahLst/>
            <a:rect l="0" t="0" r="r" b="b"/>
            <a:pathLst>
              <a:path w="33866" h="19050">
                <a:moveTo>
                  <a:pt x="0" y="0"/>
                </a:moveTo>
                <a:lnTo>
                  <a:pt x="33866" y="0"/>
                </a:lnTo>
                <a:lnTo>
                  <a:pt x="33866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0" name=""/>
          <p:cNvPicPr/>
          <p:nvPr/>
        </p:nvPicPr>
        <p:blipFill>
          <a:blip r:embed="rId1"/>
          <a:stretch/>
        </p:blipFill>
        <p:spPr>
          <a:xfrm>
            <a:off x="0" y="-360"/>
            <a:ext cx="12191040" cy="6857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"/>
          <p:cNvSpPr/>
          <p:nvPr/>
        </p:nvSpPr>
        <p:spPr>
          <a:xfrm>
            <a:off x="0" y="0"/>
            <a:ext cx="12191760" cy="6858000"/>
          </a:xfrm>
          <a:custGeom>
            <a:avLst/>
            <a:gdLst/>
            <a:ahLst/>
            <a:rect l="0" t="0" r="r" b="b"/>
            <a:pathLst>
              <a:path w="33866" h="19050">
                <a:moveTo>
                  <a:pt x="0" y="0"/>
                </a:moveTo>
                <a:lnTo>
                  <a:pt x="33866" y="0"/>
                </a:lnTo>
                <a:lnTo>
                  <a:pt x="33866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/>
          <p:nvPr/>
        </p:nvSpPr>
        <p:spPr>
          <a:xfrm>
            <a:off x="0" y="0"/>
            <a:ext cx="12191760" cy="6858000"/>
          </a:xfrm>
          <a:custGeom>
            <a:avLst/>
            <a:gdLst/>
            <a:ahLst/>
            <a:rect l="0" t="0" r="r" b="b"/>
            <a:pathLst>
              <a:path w="33866" h="19050">
                <a:moveTo>
                  <a:pt x="0" y="0"/>
                </a:moveTo>
                <a:lnTo>
                  <a:pt x="33866" y="0"/>
                </a:lnTo>
                <a:lnTo>
                  <a:pt x="33866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3" name=""/>
          <p:cNvPicPr/>
          <p:nvPr/>
        </p:nvPicPr>
        <p:blipFill>
          <a:blip r:embed="rId1"/>
          <a:stretch/>
        </p:blipFill>
        <p:spPr>
          <a:xfrm>
            <a:off x="0" y="-360"/>
            <a:ext cx="12191040" cy="6857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"/>
          <p:cNvSpPr/>
          <p:nvPr/>
        </p:nvSpPr>
        <p:spPr>
          <a:xfrm>
            <a:off x="0" y="0"/>
            <a:ext cx="12191760" cy="6858000"/>
          </a:xfrm>
          <a:custGeom>
            <a:avLst/>
            <a:gdLst/>
            <a:ahLst/>
            <a:rect l="0" t="0" r="r" b="b"/>
            <a:pathLst>
              <a:path w="33866" h="19050">
                <a:moveTo>
                  <a:pt x="0" y="0"/>
                </a:moveTo>
                <a:lnTo>
                  <a:pt x="33866" y="0"/>
                </a:lnTo>
                <a:lnTo>
                  <a:pt x="33866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/>
          <p:nvPr/>
        </p:nvSpPr>
        <p:spPr>
          <a:xfrm>
            <a:off x="0" y="0"/>
            <a:ext cx="12191760" cy="6858000"/>
          </a:xfrm>
          <a:custGeom>
            <a:avLst/>
            <a:gdLst/>
            <a:ahLst/>
            <a:rect l="0" t="0" r="r" b="b"/>
            <a:pathLst>
              <a:path w="33866" h="19050">
                <a:moveTo>
                  <a:pt x="0" y="0"/>
                </a:moveTo>
                <a:lnTo>
                  <a:pt x="33866" y="0"/>
                </a:lnTo>
                <a:lnTo>
                  <a:pt x="33866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6" name=""/>
          <p:cNvPicPr/>
          <p:nvPr/>
        </p:nvPicPr>
        <p:blipFill>
          <a:blip r:embed="rId1"/>
          <a:stretch/>
        </p:blipFill>
        <p:spPr>
          <a:xfrm>
            <a:off x="0" y="-360"/>
            <a:ext cx="12191040" cy="6857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"/>
          <p:cNvSpPr/>
          <p:nvPr/>
        </p:nvSpPr>
        <p:spPr>
          <a:xfrm>
            <a:off x="0" y="0"/>
            <a:ext cx="12191760" cy="6858000"/>
          </a:xfrm>
          <a:custGeom>
            <a:avLst/>
            <a:gdLst/>
            <a:ahLst/>
            <a:rect l="0" t="0" r="r" b="b"/>
            <a:pathLst>
              <a:path w="33866" h="19050">
                <a:moveTo>
                  <a:pt x="0" y="0"/>
                </a:moveTo>
                <a:lnTo>
                  <a:pt x="33866" y="0"/>
                </a:lnTo>
                <a:lnTo>
                  <a:pt x="33866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"/>
          <p:cNvSpPr/>
          <p:nvPr/>
        </p:nvSpPr>
        <p:spPr>
          <a:xfrm>
            <a:off x="0" y="0"/>
            <a:ext cx="12191760" cy="6858000"/>
          </a:xfrm>
          <a:custGeom>
            <a:avLst/>
            <a:gdLst/>
            <a:ahLst/>
            <a:rect l="0" t="0" r="r" b="b"/>
            <a:pathLst>
              <a:path w="33866" h="19050">
                <a:moveTo>
                  <a:pt x="0" y="0"/>
                </a:moveTo>
                <a:lnTo>
                  <a:pt x="33866" y="0"/>
                </a:lnTo>
                <a:lnTo>
                  <a:pt x="33866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9" name=""/>
          <p:cNvPicPr/>
          <p:nvPr/>
        </p:nvPicPr>
        <p:blipFill>
          <a:blip r:embed="rId1"/>
          <a:stretch/>
        </p:blipFill>
        <p:spPr>
          <a:xfrm>
            <a:off x="0" y="-360"/>
            <a:ext cx="12191040" cy="6857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"/>
          <p:cNvSpPr/>
          <p:nvPr/>
        </p:nvSpPr>
        <p:spPr>
          <a:xfrm>
            <a:off x="0" y="0"/>
            <a:ext cx="12191760" cy="6858000"/>
          </a:xfrm>
          <a:custGeom>
            <a:avLst/>
            <a:gdLst/>
            <a:ahLst/>
            <a:rect l="0" t="0" r="r" b="b"/>
            <a:pathLst>
              <a:path w="33866" h="19050">
                <a:moveTo>
                  <a:pt x="0" y="0"/>
                </a:moveTo>
                <a:lnTo>
                  <a:pt x="33866" y="0"/>
                </a:lnTo>
                <a:lnTo>
                  <a:pt x="33866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"/>
          <p:cNvSpPr/>
          <p:nvPr/>
        </p:nvSpPr>
        <p:spPr>
          <a:xfrm>
            <a:off x="0" y="0"/>
            <a:ext cx="12191760" cy="6858000"/>
          </a:xfrm>
          <a:custGeom>
            <a:avLst/>
            <a:gdLst/>
            <a:ahLst/>
            <a:rect l="0" t="0" r="r" b="b"/>
            <a:pathLst>
              <a:path w="33866" h="19050">
                <a:moveTo>
                  <a:pt x="0" y="0"/>
                </a:moveTo>
                <a:lnTo>
                  <a:pt x="33866" y="0"/>
                </a:lnTo>
                <a:lnTo>
                  <a:pt x="33866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2" name=""/>
          <p:cNvPicPr/>
          <p:nvPr/>
        </p:nvPicPr>
        <p:blipFill>
          <a:blip r:embed="rId1"/>
          <a:stretch/>
        </p:blipFill>
        <p:spPr>
          <a:xfrm>
            <a:off x="0" y="-360"/>
            <a:ext cx="12191040" cy="6857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"/>
          <p:cNvSpPr/>
          <p:nvPr/>
        </p:nvSpPr>
        <p:spPr>
          <a:xfrm>
            <a:off x="0" y="0"/>
            <a:ext cx="12191760" cy="6858000"/>
          </a:xfrm>
          <a:custGeom>
            <a:avLst/>
            <a:gdLst/>
            <a:ahLst/>
            <a:rect l="0" t="0" r="r" b="b"/>
            <a:pathLst>
              <a:path w="33866" h="19050">
                <a:moveTo>
                  <a:pt x="0" y="0"/>
                </a:moveTo>
                <a:lnTo>
                  <a:pt x="33866" y="0"/>
                </a:lnTo>
                <a:lnTo>
                  <a:pt x="33866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"/>
          <p:cNvSpPr/>
          <p:nvPr/>
        </p:nvSpPr>
        <p:spPr>
          <a:xfrm>
            <a:off x="0" y="0"/>
            <a:ext cx="12191760" cy="6858000"/>
          </a:xfrm>
          <a:custGeom>
            <a:avLst/>
            <a:gdLst/>
            <a:ahLst/>
            <a:rect l="0" t="0" r="r" b="b"/>
            <a:pathLst>
              <a:path w="33866" h="19050">
                <a:moveTo>
                  <a:pt x="0" y="0"/>
                </a:moveTo>
                <a:lnTo>
                  <a:pt x="33866" y="0"/>
                </a:lnTo>
                <a:lnTo>
                  <a:pt x="33866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5" name=""/>
          <p:cNvPicPr/>
          <p:nvPr/>
        </p:nvPicPr>
        <p:blipFill>
          <a:blip r:embed="rId1"/>
          <a:stretch/>
        </p:blipFill>
        <p:spPr>
          <a:xfrm>
            <a:off x="0" y="-360"/>
            <a:ext cx="12191040" cy="6857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"/>
          <p:cNvSpPr/>
          <p:nvPr/>
        </p:nvSpPr>
        <p:spPr>
          <a:xfrm>
            <a:off x="0" y="0"/>
            <a:ext cx="12191760" cy="6858000"/>
          </a:xfrm>
          <a:custGeom>
            <a:avLst/>
            <a:gdLst/>
            <a:ahLst/>
            <a:rect l="0" t="0" r="r" b="b"/>
            <a:pathLst>
              <a:path w="33866" h="19050">
                <a:moveTo>
                  <a:pt x="0" y="0"/>
                </a:moveTo>
                <a:lnTo>
                  <a:pt x="33866" y="0"/>
                </a:lnTo>
                <a:lnTo>
                  <a:pt x="33866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"/>
          <p:cNvSpPr/>
          <p:nvPr/>
        </p:nvSpPr>
        <p:spPr>
          <a:xfrm>
            <a:off x="0" y="0"/>
            <a:ext cx="12191760" cy="6858000"/>
          </a:xfrm>
          <a:custGeom>
            <a:avLst/>
            <a:gdLst/>
            <a:ahLst/>
            <a:rect l="0" t="0" r="r" b="b"/>
            <a:pathLst>
              <a:path w="33866" h="19050">
                <a:moveTo>
                  <a:pt x="0" y="0"/>
                </a:moveTo>
                <a:lnTo>
                  <a:pt x="33866" y="0"/>
                </a:lnTo>
                <a:lnTo>
                  <a:pt x="33866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8" name=""/>
          <p:cNvPicPr/>
          <p:nvPr/>
        </p:nvPicPr>
        <p:blipFill>
          <a:blip r:embed="rId1"/>
          <a:stretch/>
        </p:blipFill>
        <p:spPr>
          <a:xfrm>
            <a:off x="0" y="-360"/>
            <a:ext cx="12191040" cy="6857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"/>
          <p:cNvSpPr/>
          <p:nvPr/>
        </p:nvSpPr>
        <p:spPr>
          <a:xfrm>
            <a:off x="0" y="0"/>
            <a:ext cx="12191760" cy="6858000"/>
          </a:xfrm>
          <a:custGeom>
            <a:avLst/>
            <a:gdLst/>
            <a:ahLst/>
            <a:rect l="0" t="0" r="r" b="b"/>
            <a:pathLst>
              <a:path w="33866" h="19050">
                <a:moveTo>
                  <a:pt x="0" y="0"/>
                </a:moveTo>
                <a:lnTo>
                  <a:pt x="33866" y="0"/>
                </a:lnTo>
                <a:lnTo>
                  <a:pt x="33866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"/>
          <p:cNvSpPr/>
          <p:nvPr/>
        </p:nvSpPr>
        <p:spPr>
          <a:xfrm>
            <a:off x="0" y="0"/>
            <a:ext cx="12191760" cy="6858000"/>
          </a:xfrm>
          <a:custGeom>
            <a:avLst/>
            <a:gdLst/>
            <a:ahLst/>
            <a:rect l="0" t="0" r="r" b="b"/>
            <a:pathLst>
              <a:path w="33866" h="19050">
                <a:moveTo>
                  <a:pt x="0" y="0"/>
                </a:moveTo>
                <a:lnTo>
                  <a:pt x="33866" y="0"/>
                </a:lnTo>
                <a:lnTo>
                  <a:pt x="33866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1" name=""/>
          <p:cNvPicPr/>
          <p:nvPr/>
        </p:nvPicPr>
        <p:blipFill>
          <a:blip r:embed="rId1"/>
          <a:stretch/>
        </p:blipFill>
        <p:spPr>
          <a:xfrm>
            <a:off x="0" y="-360"/>
            <a:ext cx="12191040" cy="6857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"/>
          <p:cNvSpPr/>
          <p:nvPr/>
        </p:nvSpPr>
        <p:spPr>
          <a:xfrm>
            <a:off x="0" y="0"/>
            <a:ext cx="12191760" cy="6858000"/>
          </a:xfrm>
          <a:custGeom>
            <a:avLst/>
            <a:gdLst/>
            <a:ahLst/>
            <a:rect l="0" t="0" r="r" b="b"/>
            <a:pathLst>
              <a:path w="33866" h="19050">
                <a:moveTo>
                  <a:pt x="0" y="0"/>
                </a:moveTo>
                <a:lnTo>
                  <a:pt x="33866" y="0"/>
                </a:lnTo>
                <a:lnTo>
                  <a:pt x="33866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"/>
          <p:cNvSpPr/>
          <p:nvPr/>
        </p:nvSpPr>
        <p:spPr>
          <a:xfrm>
            <a:off x="0" y="0"/>
            <a:ext cx="12191760" cy="6858000"/>
          </a:xfrm>
          <a:custGeom>
            <a:avLst/>
            <a:gdLst/>
            <a:ahLst/>
            <a:rect l="0" t="0" r="r" b="b"/>
            <a:pathLst>
              <a:path w="33866" h="19050">
                <a:moveTo>
                  <a:pt x="0" y="0"/>
                </a:moveTo>
                <a:lnTo>
                  <a:pt x="33866" y="0"/>
                </a:lnTo>
                <a:lnTo>
                  <a:pt x="33866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4" name=""/>
          <p:cNvPicPr/>
          <p:nvPr/>
        </p:nvPicPr>
        <p:blipFill>
          <a:blip r:embed="rId1"/>
          <a:stretch/>
        </p:blipFill>
        <p:spPr>
          <a:xfrm>
            <a:off x="0" y="-360"/>
            <a:ext cx="12191040" cy="6857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"/>
          <p:cNvSpPr/>
          <p:nvPr/>
        </p:nvSpPr>
        <p:spPr>
          <a:xfrm>
            <a:off x="0" y="0"/>
            <a:ext cx="12191760" cy="6858000"/>
          </a:xfrm>
          <a:custGeom>
            <a:avLst/>
            <a:gdLst/>
            <a:ahLst/>
            <a:rect l="0" t="0" r="r" b="b"/>
            <a:pathLst>
              <a:path w="33866" h="19050">
                <a:moveTo>
                  <a:pt x="0" y="0"/>
                </a:moveTo>
                <a:lnTo>
                  <a:pt x="33866" y="0"/>
                </a:lnTo>
                <a:lnTo>
                  <a:pt x="33866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"/>
          <p:cNvSpPr/>
          <p:nvPr/>
        </p:nvSpPr>
        <p:spPr>
          <a:xfrm>
            <a:off x="0" y="0"/>
            <a:ext cx="12191760" cy="6858000"/>
          </a:xfrm>
          <a:custGeom>
            <a:avLst/>
            <a:gdLst/>
            <a:ahLst/>
            <a:rect l="0" t="0" r="r" b="b"/>
            <a:pathLst>
              <a:path w="33866" h="19050">
                <a:moveTo>
                  <a:pt x="0" y="0"/>
                </a:moveTo>
                <a:lnTo>
                  <a:pt x="33866" y="0"/>
                </a:lnTo>
                <a:lnTo>
                  <a:pt x="33866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7" name=""/>
          <p:cNvPicPr/>
          <p:nvPr/>
        </p:nvPicPr>
        <p:blipFill>
          <a:blip r:embed="rId1"/>
          <a:stretch/>
        </p:blipFill>
        <p:spPr>
          <a:xfrm>
            <a:off x="0" y="-360"/>
            <a:ext cx="12191040" cy="6857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LibreOffice/26.2.5.2$MacOSX_AARCH64 LibreOffice_project/cd7284b4cbbfeb507e630c1aac019f4157393acb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